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F3A5F"/>
                </a:solidFill>
              </a:rPr>
              <a:t>Harness 工程科普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666666"/>
                </a:solidFill>
              </a:rPr>
              <a:t>模型之外，可靠之道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C0504D"/>
                </a:solidFill>
              </a:rPr>
              <a:t>Agent = Model + [上下文+工具+约束+验证+纠正]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66666"/>
                </a:solidFill>
              </a:rPr>
              <a:t>基于 arch-quality 项目实操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Why → What → How →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0504D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为什么需要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6"/>
                </a:solidFill>
              </a:rPr>
              <a:t>裸 LLM 的脆弱点与产品鸿沟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0504D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Harness 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6"/>
                </a:solidFill>
              </a:rPr>
              <a:t>核心公式与五要素保障层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0504D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怎么搭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6"/>
                </a:solidFill>
              </a:rPr>
              <a:t>基于 opencode 的三层验证架构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7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0504D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212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效果与反思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6692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6"/>
                </a:solidFill>
              </a:rPr>
              <a:t>验证结果、踩过的坑、未来边界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01 为什么需要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裸 LLM 的三个脆弱点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ReAct 循环有效，但不够可靠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1. 幻觉（Hallucination）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3333"/>
                </a:solidFill>
              </a:rPr>
              <a:t>编造不存在的工具、参数，甚至编造执行结果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2. 选错工具（Wrong Tool）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3333"/>
                </a:solidFill>
              </a:rPr>
              <a:t>该调评估命令时去读源码，该读文件时去跑命令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3. 无法自愈（No Recovery）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3333"/>
                </a:solidFill>
              </a:rPr>
              <a:t>遇到错误反复重试同一步，陷入死循环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01 为什么需要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从 Demo 到产品的鸿沟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能跑的 Demo ≠ 可靠的产品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698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2860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能跑的 Demo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可靠的产品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工具调用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碰巧成功一次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每次都正确编排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异常处理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出错即终止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自动纠错恢复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人肉看输出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自动化断言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关键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LLM 能力展示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Harness 工程保障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504D"/>
                </a:solidFill>
              </a:rPr>
              <a:t>脆弱点正是 Harness 工程要解决的问题：约束防止越界、验证发现错误、纠正恢复异常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02 Harness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最小公式是 Demo 视角，扩展公式是生产视角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</a:rPr>
              <a:t>Agent = LLM + [ 上下文 + 工具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</a:rPr>
              <a:t>扩展为生产形态：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0504D"/>
                </a:solidFill>
              </a:rPr>
              <a:t>Agent = LLM + [上下文 + 工具 + 约束 + 验证 + 纠正] = Model +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333333"/>
                </a:solidFill>
              </a:rPr>
              <a:t>把 LLM 当作核心组件 Model，围绕它构建的支撑代码统称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02 Harness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五要素保障层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每要素对应一个例子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要素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作用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例子（退款场景）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上下文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提供决策所需信息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系统提示词写明 7 天退款政策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提供执行能力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query_order / process_refund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限定能做什么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校验退款金额 ≤ 订单金额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检查做得对不对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查数据库确认退款成功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纠正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做错了怎么办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API 超时自动重试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504D"/>
                </a:solidFill>
              </a:rPr>
              <a:t>同一模型，有无 Harness，结果天壤之别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02 Harness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马具隐喻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没有 Harness 的模型就像脱缰的野马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0504D"/>
                </a:solidFill>
              </a:rPr>
              <a:t>野马（无 Harness）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3333"/>
                </a:solidFill>
              </a:rPr>
              <a:t>能力惊人，但无法可靠地完成任务——不知道边界、不可预测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7D32"/>
                </a:solidFill>
              </a:rPr>
              <a:t>装配马具（有 Harness）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3333"/>
                </a:solidFill>
              </a:rPr>
              <a:t>能力被引导、约束、放大为可靠的任务执行——可预测、可验证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A5F"/>
                </a:solidFill>
              </a:rPr>
              <a:t>设计和优化这套模型之外基础设施的工程实践，就是 Harness 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02 Harness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LLM 编排工具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模型负责选，框架负责跑、拦、纠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A5F"/>
                </a:solidFill>
              </a:rPr>
              <a:t>工具（Tool）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3333"/>
                </a:solidFill>
              </a:rPr>
              <a:t>一个具体能力：bash、read、write、评估命令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A5F"/>
                </a:solidFill>
              </a:rPr>
              <a:t>编排（Orchestration）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3333"/>
                </a:solidFill>
              </a:rPr>
              <a:t>如何让 LLM 正确使用工具：选哪个、顺序、参数、约束、纠错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0504D"/>
                </a:solidFill>
              </a:rPr>
              <a:t>ReAct 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</a:rPr>
              <a:t>LLM 思考(Reason) → 选工具(Act) → 框架执行 → 结果回传 → 再思考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</a:rPr>
              <a:t>Harness 在这一环介入：暴露哪些工具、允许/拒绝、校验参数、错误注入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02 Harness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验证独立性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被验证者不能给自己的试卷打分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</a:rPr>
              <a:t>为什么断言不能交给 LLM？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</a:rPr>
              <a:t>1. LLM 看不到完整事件流（工具调用序列在框架层）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</a:rPr>
              <a:t>2. LLM 只能自我报告（'我执行了'），而 Harness 存在的意义就是不信自我报告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</a:rPr>
              <a:t>3. 让被验证者调用验证者 = 自指循环，验证失去意义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504D"/>
                </a:solidFill>
              </a:rPr>
              <a:t>正确做法：断言由看得到事件流的一方执行 —— 框架插件 hook 或外部 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02 Harness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概念小结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两个视角，同一系统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2860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最小公式（Demo）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扩展公式（生产）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组成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LLM + 上下文 + 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+ 约束 + 验证 + 纠正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能跑起来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长期可靠运转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本质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能力展示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安全网兜底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A5F"/>
                </a:solidFill>
              </a:rPr>
              <a:t>扩展公式完全包含最小公式，并在外围加了一圈安全网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03 怎么搭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opencode 能力全景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约束强、上下文强、验证弱 → 验证需自建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要素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opencode 支持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成熟度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上下文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Rules / Skills / References / Compaction 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★★★★★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内置14 + Custom Tools +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★★★★★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Permissions / Policies / doom_loop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★★★★★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纠正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Plugin hooks / revert / abort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★★★★☆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Structured Output（部分）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★★☆☆☆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504D"/>
                </a:solidFill>
              </a:rPr>
              <a:t>结论：验证层是最大短板，需要自建断言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03 怎么搭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三层验证架构（本项目）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单一事实源 + 分层断言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A5F"/>
                </a:solidFill>
              </a:rPr>
              <a:t>1. 插件 hook（框架自动）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3333"/>
                </a:solidFill>
                <a:latin typeface="Consolas"/>
              </a:rPr>
              <a:t>.opencode/plugins/agent-assert.js → tool.execute.after 自动断言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A5F"/>
                </a:solidFill>
              </a:rPr>
              <a:t>2. 外部 runner（手动/CI）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3333"/>
                </a:solidFill>
                <a:latin typeface="Consolas"/>
              </a:rPr>
              <a:t>opencode-harness/harness_runner.py → 工具序列/越权/doom_loop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A5F"/>
                </a:solidFill>
              </a:rPr>
              <a:t>3. 规则单一事实源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3333"/>
                </a:solidFill>
                <a:latin typeface="Consolas"/>
              </a:rPr>
              <a:t>opencode-harness/rules.json → Python 与 JS 共享，避免漂移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03 怎么搭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约束层落地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bash 白名单 + 只读评估 + 反死循环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3A5F"/>
                </a:solidFill>
                <a:latin typeface="Consolas"/>
              </a:rPr>
              <a:t>// opencode.json — architecture-quality agent 权限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"bash": {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"*": "ask",                                    // 默认询问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"arch-quality*": "allow",                      // 评估命令放行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"python -m arch_quality*": "allow",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"Test-Path*": "allow",                         // 只读探索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"git status*": "allow", "git log*": "allow"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},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"edit": "deny",                                  // 评估任务只读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"write": "deny",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// doom_loop: 相同工具调用重复3次自动兜底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03 怎么搭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验证与纠正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断言器 + 重试，形成闭环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3A5F"/>
                </a:solidFill>
                <a:latin typeface="Consolas"/>
              </a:rPr>
              <a:t>// agent-assert.js — 评估命令后自动断言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"tool.execute.after": async (input, output) =&gt; {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if (input.tool === "bash" &amp;&amp; pendingEval) {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  const errors = runAsserts(output.output, rules);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  // 断言1: overall_score ∈ [0,100]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  // 断言2: 含 solver_physics 维度 或 明确非多物理场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  // 断言3: 无幻觉字段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  if (errors.length &amp;&amp; rules.assert_mode === "throw")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    throw new Error(errors.join("; "));   // 纠正：LLM 收到错误后重试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  }</a:t>
            </a:r>
          </a:p>
          <a:p>
            <a:r>
              <a:rPr sz="1200">
                <a:solidFill>
                  <a:srgbClr val="1F3A5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3333"/>
                </a:solidFill>
              </a:rPr>
              <a:t>外部 runner 重试：超时或断言失败 → 新会话重跑（最多 N 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04 效果与反思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3 用例端到端 PASS + 发现真实 bug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用例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目标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结果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case-1-multiphysics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多物理场项目识别 + 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case-2-single-solver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单求解器判定非多物理场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case-3-pure-markdown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纯 Markdown 判定非多物理场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504D"/>
                </a:solidFill>
              </a:rPr>
              <a:t>额外收获：harness 在 case-2 中发现 arch_report.py 缺 ReportGenerator 导入的真实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3333"/>
                </a:solidFill>
              </a:rPr>
              <a:t>pytest 验证工具算得对，harness 验证 agent 用得好——两者互补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504D"/>
                </a:solidFill>
              </a:rPr>
              <a:t>04 效果与反思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5F"/>
                </a:solidFill>
              </a:rPr>
              <a:t>边界与未来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</a:rPr>
              <a:t>验证层仍需自建，规则需单一事实源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A5F"/>
                </a:solidFill>
              </a:rPr>
              <a:t>踩过的坑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</a:rPr>
              <a:t>· SyntaxWarning 污染：Python 3.12+ 未加 r 前缀正则的警告刷屏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</a:rPr>
              <a:t>· 非多物理场判据：单语言项目 JSON 无 solver_physics 提及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</a:rPr>
              <a:t>· LLM 随机性：同 prompt 每次行为不同，需重试兜底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A5F"/>
                </a:solidFill>
              </a:rPr>
              <a:t>未来方向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</a:rPr>
              <a:t>· 接入 CI/CD 门禁（agent 变更后自动跑 harness）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</a:rPr>
              <a:t>· 扩展真实项目用例（OpenFOAM 等）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</a:rPr>
              <a:t>· 规则单一事实源继续演进（rules.json）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
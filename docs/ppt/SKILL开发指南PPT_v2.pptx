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2286000"/>
            <a:ext cx="12188952" cy="22860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基于 OPENCODE 的架构质量评估 SKILL 开发指南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1A1A2E"/>
                </a:solidFill>
                <a:latin typeface="仿宋" panose="02010609060101010101" charset="-122"/>
              </a:defRPr>
            </a:pPr>
            <a:r>
              <a:t>从数值精度 Skill 开发实践中提炼的可复用方法论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12 个 OpenCode 交互提示词模板  |  5 个关键决策树分析  |  完整验证体系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第1章：概述 — 什么是架构质量评估 Skill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五组件体系 | 三方制品 | 数值精度Skill画像 | 全生命周期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第2章：三方制品规范（本章PPT对应的4页）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指南模板 | Skill 模板 | 工具模板 | 版本绑定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第3章：阶段 A — 开发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A1 初始化 | A2 维度定义 | A3 规则定义 | A4 代码实现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第4章：阶段 B — 测试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B1 单元测试 | B2 变异测试 | B3 外部基线 | B4 一致性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第5章：阶段 C — 部署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C1 智能体注册 | C2 CI/CD | C3 用户提示词 | C4 报告</a:t>
            </a:r>
          </a:p>
          <a:p>
            <a:pPr>
              <a:spcBef>
                <a:spcPts val="300"/>
              </a:spcBef>
              <a:defRPr sz="15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第6章：复盘与检查清单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5个关键决策树 | 验证里程碑 | 检查清单 | opencode.jsonc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PPT 编制逻辑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How to Read This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124712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PPT 叙事弧线：概念 -&gt; 流程 -&gt; 实操 -&gt; 反思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第1章 What -&gt; 第2章 How(制品规范) -&gt; 第3-5章 How-to(12提示词按阶段) -&gt; 第6章 Lessons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486400" cy="3474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每节结构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&gt;&gt;&gt; 第2章 制品规范 (4页)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指南模板 -&gt; Skill模板 -&gt; 工具模板 -&gt; 版本绑定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&gt;&gt;&gt; 开发 A1-A4 (6页)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初始化骨架 -&gt; 维度公式翻译 -&gt; 规则定义 -&gt; 代码实现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&gt;&gt;&gt; 测试 B1-B4 (5页)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单元测试 -&gt; 变异测试 -&gt; 外部基线 -&gt; 三方一致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&gt;&gt;&gt; 部署 C1-C4 (5页)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智能体注册 -&gt; CI/CD -&gt; 用户提示词 -&gt; 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5486400" cy="3474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每页统一布局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+----------------------------+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 左上角图标 + 标题栏   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+----------------------------+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 左卡片：核心概念/案例 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 右卡片：参考实例/数据 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+----------------------------+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 底部：页脚（项目标识）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+----------------------------+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贯穿案例：数值精度 Skill 开发全过程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数值精度 Skill 画像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Reference Case: Numerical Accuracy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技能定义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名称: numerical-accuracy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领域: 工业软件数值算法精度保障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版本: 指南1.8 &lt;-&gt; Skill1.6 &lt;-&gt; 工具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开发周期: 4周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6 个评估维度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数值稳定性保障 (25%)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舍入误差控制 (20%)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MMS 验证完备性 (20%)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4. 误差估计与控制 (15%)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5. 数值回归测试覆盖 (10%)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6. 数值债务密度 (10%)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12 条 NVR 规则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ERROR: NVR-001/003/005/006 -- CI 阻断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WARNING: NVR-004/007/008/010 -- 人工复核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INFO: NVR-011/012 -- 参考信息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验证数据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10 个开源项目验证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22 单元 + 6 变异 + 38 回归测试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5 项目外部验证基线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k-fold 交叉验证 4/5 泛化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Valgrind 端到端交叉验证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全生命周期与 12 个提示词映射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Lifecycle &amp; Prompt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阶段 A: 开发 (Development)</a:t>
            </a: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  A1 初始化 --&gt; A2 维度定义 --&gt; A3 规则定义 --&gt; A4 实现工具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阶段 B: 测试 (Testing)</a:t>
            </a: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  B1 单元测试 &lt;-- B2 变异测试 &lt;-- B3 外部基线 &lt;-- B4 一致性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阶段 C: 部署 (Deployment)</a:t>
            </a:r>
          </a:p>
          <a:p>
            <a:pPr>
              <a:spcBef>
                <a:spcPts val="300"/>
              </a:spcBef>
              <a:defRPr sz="13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  C1 注册智能体 --&gt; C2 CI/CD --&gt; C3 用户提示词 --&gt; C4 报告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全流程数据：指南文档(1079行) -&gt; Skill文件(408行) -&gt; 评估工具(890行) -&gt; 10项目验证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12个提示词模板贯穿始终, 每个含 "模板正文 + 输入参数 + 预期输出 + 参考实例"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第2章: 指南文件模板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Three-way Artifact: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指南(Guideline)标准结构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 [领域]评估指南([版本])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概述  -- 评估目标/标准映射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置信度说明  -- 高/中/低三级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一、子维度与权重分配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名称 | 权重 | 风险类型 | 置信度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二、子维度定义与评分算法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x2.1 [维度1]: 定义+置信度+公式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三、综合分计算 S = sum(score x weight)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四、分数分级 优秀/良好/需改进/危险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五、内置规则  NVR/MLR总览+细则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六、与现有标准/指南的映射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七、实施建议 + 版本历史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评分公式编写规范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使用伪代码，以 let 声明变量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评分区间固定 0-100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每条公式附带置信度说明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4. 阈值标注来源(文献/经验值/校准)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参考实例：数值精度指南x2.4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let E_d = 离散化误差是否被估计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let E_i = 迭代误差是否被估计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score = (E_d x 50) + (E_i x 50)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注意：公式须可执行，避免抽象概念</a:t>
            </a:r>
          </a:p>
          <a:p>
            <a:pPr>
              <a:spcBef>
                <a:spcPts val="300"/>
              </a:spcBef>
              <a:defRPr sz="1100" b="0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"是否被估计"无法静态分析判定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第2章: Skill 文件模板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Three-way Artifact: 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Skill 文件标准结构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 [领域]评估技能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版本绑定: 指南vX &lt;-&gt; Skill vY &lt;-&gt; 工具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一、权重分配  (与指南一致)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二、维度定义与评分算法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x2.1 代码坏味道 + 检测方法 + 可执行伪代码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三、基线校准 (数据来源+统计方法)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四、豁免注解体系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五、NVR/MLR 规则总览表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六、跨规则协调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七、引用关系总表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八、启用条件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九、版本历史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关键编写原则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评分算法必须可执行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Skill 伪代码应能直接翻译为 Python 代码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检测方法必须可操作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列出具体的关键词列表/正则模式/目录命名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阈值必须标注来源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区分"文献支撑""工程经验""校准待定"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三方一致性声明</a:t>
            </a: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指南 x2.6 &lt;-&gt; Skill x2.6 &lt;-&gt; Tool calc_numerical_debt()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评分算法应保持一致，修改任一方需同步其他两方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第2章: 评估工具模板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Three-way Artifact: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Tool 类结构模板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class [Domain]Metrics: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__init__(self, root):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self.index = FileIndex(root)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self._detect_xxx()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self._scan_xxx_files()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calc_dim_1(self)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# 返回 (score, detail_dict)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check_rules(self) -&gt; list: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# NVR/MLR 规则检查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all_metrics(self) -&gt; dict: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# 聚合评分 + 规则检查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(score, detail) 返回规范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score = float 或 None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0-100 评分 / None = 维度不适用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detail = dict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评分中间值和证据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与 Skill 文件检测项对应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关键规则</a:t>
            </a: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check_rules() 必须处理 calc_xxx() 返回 None 的情况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否则非求解器项目会误触发 NVR-007/NVR-008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第2章: 版本绑定与三方对齐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Three-way Artifact: Version Binding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版本绑定三层结构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指南版本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文档版本号 + 核心更新日志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-- 例: 1.8 (对齐修正版)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Skill 版本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对应指南版本 + 技能自身版本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-- 例: 1.6 (对齐指南 1.8)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工具版本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声明 GUIDE_VERSION + SKILL_VERSION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-- GUIDE_VERSION = "1.8"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-- SKILL_VERSION = "1.6"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一致性检查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修改任一方时，必须同步更新其他两方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自动检查：scripts/consistency_check.py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检查项：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GUIDE_VERSION == 指南文档版本号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SKILL_VERSION == Skill 文档版本号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Skill x2.6 公式 == Tool calc_numerical_debt()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数值精度 Skill 版本演进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指南 1.0 -&gt; 1.5 -&gt; 1.6 -&gt; 1.7 -&gt; 1.8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Skill 1.0 -&gt; 1.5 -&gt; 1.6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工具 GUIDE=1.7-&gt;1.8, SKILL=1.5-&gt;1.6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A1: 初始化 Skill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A: Development (Prompt A1)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提示词模板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请帮我为一个新的评估领域生成 Skill 骨架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技能名称: [待填充]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评估维度数: [N]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对应指南版本: [v1.0]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输出骨架: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版本绑定头 + 权重表 + 各维度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方法占位 + 规则表 + 版本历史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输入参数: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技能名称 | numerical-accuracy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维度数   | 6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权重     | 25/20/20/15/10/10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前置检测 | _detect_numerical()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参考实例: 版本绑定头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&gt; **版本绑定**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对应指南：**1.8 版**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对应实现：arch_metrics_numerical_accuracy.py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技能版本：**1.6**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**三方一致性**：指南-Skill-工具保持一致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输出骨架 (前15行):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 [名称]评估技能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版本绑定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对应指南: v1.0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&gt; - 对应实现: arch_metrics_xxx.py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一、权重分配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维度 | 权重 | 对应指南章节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...  | ...  | ...          |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A2: 维度定义与公式翻译策略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A: Development (Prompt A2/2-1)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指南到 Skill 公式翻译策略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指南公式类型 | Skill 翻译策略     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|:------------|:------------------------|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二值判定T/F | 分段函数+多因子细化 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连续值公式  | 直接实现+注意边界条件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文本描述规则 | 分解为可检测的具体子项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聚合计算     | 明确聚合粒度和单位      |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翻译决策树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选项A: 严格遵循指南(50+50)</a:t>
            </a:r>
          </a:p>
          <a:p>
            <a:pPr>
              <a:spcBef>
                <a:spcPts val="300"/>
              </a:spcBef>
              <a:defRPr sz="1100" b="0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  无法自动评分，需要人工审查</a:t>
            </a:r>
          </a:p>
          <a:p>
            <a:pPr>
              <a:spcBef>
                <a:spcPts val="300"/>
              </a:spcBef>
              <a:defRPr sz="2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选项B: 工程化改写(40+30+30)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可执行，已在10项目验证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  代价: 与指南不一致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参考: 指南 x2.4 原文 (不可执行)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let E_d = 离散化误差是否被估计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let E_i = 迭代误差是否被估计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score = (E_d x 50) + (E_i x 50)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  --&gt; "是否被估计"无法静态分析判定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Skill 实际实现 (可执行)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score = 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if 网格收敛研究存在: score += 40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if 残差控制存在:    score += 30</a:t>
            </a: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if 容差合理(1e-4~1e-12): score +=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A3: 定义 NVR/MLR 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A: Development (Prompt A3)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output_level 与 severity 解耦矩阵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severity \ level | ERROR | WARNING | INFO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|:----------------|:-----:|:-------:|:----:|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HIGH            | 阻断   | 优先   | —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MEDIUM          | —     | 关注   | —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LOW             | —     | —      | 参考 |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规则设计 5 原则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每条规则对应一个可检测的坏味道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output_level 与 severity 解耦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高置信度 ERROR --&gt; CI 阻断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4. 中低置信度 WARNING --&gt; 人工复核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5. 每条规则有明确触发+豁免条件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数值精度 12 条 NVR 分布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ERROR(4): NVR-001/003/005/006 -- CI阻断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WARNING(5): NVR-004/007/008/010 -- 复核</a:t>
            </a: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INFO(2): NVR-011/012 -- 参考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参考实例: NVR-003 (相消性损失)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检测模式: [a-z] - [a-z]</a:t>
            </a:r>
          </a:p>
          <a:p>
            <a:pPr>
              <a:spcBef>
                <a:spcPts val="300"/>
              </a:spcBef>
              <a:defRPr sz="1200" b="0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  output_level: ERROR (无动态工具)</a:t>
            </a:r>
          </a:p>
          <a:p>
            <a:pPr>
              <a:spcBef>
                <a:spcPts val="300"/>
              </a:spcBef>
              <a:defRPr sz="12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  output_level: WARNING (有动态工具)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修复: richardson --&gt; richardson_extrap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A4: 评估工具实现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A: Development (Prompt A4 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Tool 类骨架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class NumericalAccuracyMetrics: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__init__(self, root):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self.index = FileIndex(root)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self._detect_numerical()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self._scan_numerical_files()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calc_numerical_stability()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calc_roundoff_sensitivity()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calc_mms_verification()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calc_error_estimation()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calc_regression_coverage()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calc_numerical_debt()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check_nvr_rules() -&gt; list: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def all_metrics() -&gt; dict: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返回规范与关键规则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每个 calc_xxx() 返回 (score, detail)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score: float(0-100) 或 None(不适用)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detail: dict, 含评分过程和证据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关键规则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check_rules() 必须处理 None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calc_xxx() 返回 None 表示维度不适用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check_rules 须用 if score is not None 守卫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A4: calc_error_estimation 实例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A: Development (Prompt A4 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参考实例: calc_error_estimation()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def calc_error_estimation(self) -&gt; tuple: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if not self._has_numerical: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return None, {}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has_solver_code = any(_has_keyword(c, SOLVER_KEYWORDS) for c in ...)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if not has_solver_code: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return None, {}    # 无求解器，不适用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score = 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if combined_mesh:        score += 40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if has_residual_control: score += 30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if reasonable_tol:       score += 30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return score, { "score": score, "mesh_conv_count": mesh_conv_count, ... }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注意: check_rules() 中 NVR-007/NVR-008 用 err_score is not None 守卫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如果在 check_rules() 中直接用 _ 接收 score，会丢失这个判断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B1: 生成单元测试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B: Testing (Prompt B1)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测试结构要求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每个 calc_xxx() 至少 2 个测试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正常检测 + 未命中检测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每条 NVR 规则至少 1 个测试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验证触发条件正确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 个综合测试: all_metrics() 格式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 个非数值测试: 返回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参考: 数值精度 22 测试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TestHelperFunctions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TestNonNumericalProject (3)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TestNumericalProjectBasic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TestNumericalStability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TestRoundoffSensitivity (1)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TestMMSVerification (2)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TestNVRRules (4)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TestAllMetricsIntegration (1)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TestFortranSupport (5)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全部 22/22 通过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B2: 变异测试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B: Testing (Prompt B2)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变异测试原理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在好代码中故意引入缺陷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验证工具能检出这些缺陷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MUT-004 完整流程: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1. good_project baseline = 92.0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2. 删除 MMS 文件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3. 再次运行 = 76.67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4. assert score_dropped ✅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 assert NVR-005 triggered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6 个变异案例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MUT-001: 删除 CFL --&gt; NVR-001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MUT-002: 删除预处理器 --&gt; NVR-002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MUT-003: 删除 Kahan --&gt; NVR-004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MUT-004: 删除 MMS --&gt; NVR-005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MUT-005: 删除 tolerance --&gt; NVR-008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MUT-006: 引入 a-b --&gt; NVR-003 计数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全部 6/6 变异测试通过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B3: 外部验证基线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B: Testing (Prompt B3 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68580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5 项目基线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项目    | 评分  | NVR | 最强维度  | 最弱维度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|:--------|:----:|:---:|:---------|:-----------|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MOOSE   | 96.0 | 1   | 5维满分  | 舍入误差80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deal.II | 96.0 | 1   | 5维满分  | 舍入误差80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FreeFEM | 96.0 | 1   | 5维满分  | 舍入误差80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MFEM    | 96.0 | 1   | 5维满分  | 舍入误差80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FEniCSx | 46.33| 6   | 回归100  | MMS0/误差30|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97280"/>
            <a:ext cx="41148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234440"/>
            <a:ext cx="3749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3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回归测试 38 用例全部通过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综合评分偏移 &lt; 2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NVR 数量不变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维度评分偏移 &lt; 5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NVR output_level 不升级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B3: k-fold 交叉验证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B: Testing (Prompt B3 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Leave-One-Out 5折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测试集   | 在范围?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|:---------|:-------:|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| MOOSE  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| deal.II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| FreeFEM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| MFEM     |   YES   |</a:t>
            </a:r>
          </a:p>
          <a:p>
            <a:pPr>
              <a:spcBef>
                <a:spcPts val="300"/>
              </a:spcBef>
              <a:defRPr sz="1100" b="0">
                <a:solidFill>
                  <a:srgbClr val="FFA500"/>
                </a:solidFill>
                <a:latin typeface="仿宋" panose="02010609060101010101" charset="-122"/>
              </a:defRPr>
            </a:pPr>
            <a:r>
              <a:t>| FEniCSx  |   NO   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(合法离群)|         |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泛化能力: 4/5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NVR 规则泛化性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NVR-003 (相消): 5/5 轮稳定触发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NVR-001/005/007/008/012: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仅 FEniCSx 触发，其它不触发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说明规则对高分项目误报率低</a:t>
            </a:r>
          </a:p>
          <a:p>
            <a:pPr>
              <a:spcBef>
                <a:spcPts val="300"/>
              </a:spcBef>
              <a:defRPr sz="5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结论</a:t>
            </a:r>
          </a:p>
          <a:p>
            <a:pPr>
              <a:spcBef>
                <a:spcPts val="300"/>
              </a:spcBef>
              <a:defRPr sz="13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工具评分具有泛化能力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FEniCSx 为合法离群(真实低质量)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B4: 三方一致性检查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B: Testing (Prompt B4)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检查项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版本声明一致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GUIDE_VERSION = 1.8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SKILL_VERSION = 1.6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评分算法一致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debt_ratio = low_score_count / 6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score = max(0, 100 - debt_ratio x 200)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NVR-012 阈值一致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debt_ratio &gt; 0.3 触发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consistency_check.py 输出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[TOOL] GUIDE_VERSION = 1.8</a:t>
            </a: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[TOOL] SKILL_VERSION = 1.6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[SKILL] debt_ratio = low_score_count / 6: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[SKILL] score = max(0, 100-debt_ratio*200):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[SKILL] NVR-012 trigger (33.3%):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[TOOL] code debt_ratio: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[TOOL] code score: OK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[TOOL] code NVR-012: OK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结果: PASS - 三方一致</a:t>
            </a:r>
          </a:p>
          <a:p>
            <a:pPr>
              <a:spcBef>
                <a:spcPts val="300"/>
              </a:spcBef>
              <a:defRPr sz="1200" b="0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指南 v1.8 &lt;-&gt; Skill v1.6 &lt;-&gt; Tool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C1: 注册 OpenCode 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C: Deployment (Prompt C1)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Agent 配置文件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---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description: 数值精度评估智能体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mode: subagent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subtask: true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permission: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read: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bash: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"*": ask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"arch-quality*":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edit: deny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task: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skill: allow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---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opencode.jsonc 注册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"agent":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"numerical-accuracy":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"description":"数值精度评估",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"prompt_file":"~/.config/.../SKILL.md",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"mode":"subagent","subtask":true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}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}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3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command: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"assess-numerical":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"template":"请运行数值精度评估...",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"agent":"numerical-accuracy"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C2: CI/CD 门禁配置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C: Deployment (Prompt C2)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GitHub Actions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name: Quality Check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on: [push, pull_request]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jobs: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assess: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runs-on: ubuntu-latest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steps: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- uses: actions/checkout@v4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- run: pip install arch-quality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- run: tool . --json &gt; report.json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NVR 阻断逻辑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python -c "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import json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r = json.load(open("report.json"))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errors = [v for v in r["nvr_violations"]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   if v["output_level"] == "ERROR"]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if errors: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print(f"BLOCKED: {len(errors)} ERROR")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exit(1)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print(f"PASS: Overall={r[overall]}")</a:t>
            </a:r>
          </a:p>
          <a:p>
            <a:pPr>
              <a:spcBef>
                <a:spcPts val="300"/>
              </a:spcBef>
              <a:defRPr sz="11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C3: 用户交互提示词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C: Deployment (Prompt C3)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5 个用户提示词模板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1. 完整评估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"请对当前项目运行完整评估，输出 N 维评分"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2. 单维度分析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"请分析项目的 MMS 验证完备性"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3. NVR 解读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"解释 NVR-003(相消损失)的具体情况"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4. 改进建议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"根据最近评估结果，给出 P0/P1/P2 建议"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5. 版本对比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"对比最近两次结果，检测评分退化"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使用方式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在 OpenCode TUI 中直接输入: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4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/assess-numerical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或通过自定义 command: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"assess-numerical":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"template": "请运行...",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"agent": "numerical-accuracy"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C4: 评估报告模板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Phase C: Deployment (Prompt C4)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Markdown 报告结构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 [领域]评估报告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**项目**: [项目名] | **评分**: [分]/100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维度评分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维度 | 权重 | 得分 | 评级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|:-----|:----:|:----:|:----:|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维度1| N%  | [分] | [评级]|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NVR/MLR 违规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规则 | 级别 | 数量 | 说明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|:-----|:----:|:----:|:------|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## 改进建议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优先级 | 建议 | 预期提分 |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|:------:|:-----|:--------:|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JSON 输出结构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"overall": 96.0,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"dimensions":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"numerical_stability": {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  "score": 100.0, "detail": {...}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}, ...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},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"nvr_violations": [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  {"rule":"NVR-003","output_level":"WARNING",...}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]</a:t>
            </a:r>
          </a:p>
          <a:p>
            <a:pPr>
              <a:spcBef>
                <a:spcPts val="300"/>
              </a:spcBef>
              <a:defRPr sz="10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}</a:t>
            </a:r>
          </a:p>
          <a:p>
            <a:pPr>
              <a:spcBef>
                <a:spcPts val="300"/>
              </a:spcBef>
              <a:defRPr sz="4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CI 门禁读取 JSON 中的 output_level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ERROR -&gt; 阻断, WARNING -&gt; 告警, INFO -&gt; 记录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5 个关键决策树（1 页汇总）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Key Design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# | 决策 | 选项A | 选中B | 教训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|:-:|:-----|:------|:------|:------|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1 | 公式独立编写 | 严格遵循(50+50),无法自动评分 | 工程改写(40+30+30),可执行 | 指南公式一开始就要可执行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2 | richardson | 裸词,94处匹配93处误报 | richardson_extrap,误报清零 | 关键词须避自然人名词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3 | 债务粒度 | 模块级,"模块"无法精确定义 | 维度级,low_score_count/6已验证 | 指南避免抽象概念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4 | MMS阈值 | &gt;=1,太宽松 | &gt;=3,MMS需&gt;=3套网格 | 阈值须理论+实证 |</a:t>
            </a:r>
          </a:p>
          <a:p>
            <a:pPr>
              <a:spcBef>
                <a:spcPts val="300"/>
              </a:spcBef>
              <a:defRPr sz="8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| 5 | 求解器过滤 | 不过滤,全误报 | err_score守卫,仅求解器触发 | check_rules须处理None |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0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核心教训: 指南公式可执行 / 关键词避人名 / 阈值须实证 / check处理None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验证里程碑与开发教训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Milestones &amp; Lessons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4 周时间线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第1周: 指南1.0 + Skill1.0 + 工具原型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4 项目初步验证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第2周: 22 单元测试 + 10 项目验证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MOOSE 96.0 / FEniCSx 46.33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第3周: P0外部基线 + P1变异测试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richardson误报修复 55.67-&gt;46.33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三方一致性修复 (指南1.8/Skill1.6)</a:t>
            </a:r>
          </a:p>
          <a:p>
            <a:pPr>
              <a:spcBef>
                <a:spcPts val="300"/>
              </a:spcBef>
              <a:defRPr sz="1200" b="0">
                <a:solidFill>
                  <a:srgbClr val="F0F0F0"/>
                </a:solidFill>
                <a:latin typeface="仿宋" panose="02010609060101010101" charset="-122"/>
              </a:defRPr>
            </a:pPr>
            <a:r>
              <a:t>第4周: P2评审框架 + P3交叉验证</a:t>
            </a:r>
          </a:p>
          <a:p>
            <a:pPr>
              <a:spcBef>
                <a:spcPts val="300"/>
              </a:spcBef>
              <a:defRPr sz="1100" b="0">
                <a:solidFill>
                  <a:srgbClr val="4ECB71"/>
                </a:solidFill>
                <a:latin typeface="仿宋" panose="02010609060101010101" charset="-122"/>
              </a:defRPr>
            </a:pPr>
            <a:r>
              <a:t>  Valgrind实验 + SKILL开发指南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6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核心教训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1. 三方不一致根因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指南/Skill/工具各自独立编写无同步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2. 静态分析局限性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关键词匹配误报率高需AST/图分析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3. 动态工具缺失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has_dynamic_tool 仅匹配关键词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需要Valgrind/Verrou实际报告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200" b="1">
                <a:solidFill>
                  <a:srgbClr val="FF6B6B"/>
                </a:solidFill>
                <a:latin typeface="仿宋" panose="02010609060101010101" charset="-122"/>
              </a:defRPr>
            </a:pPr>
            <a:r>
              <a:t>4. 案例集自我引用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测试案例与检测模式同源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  需要P0/P1/P2/P3逐层打破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8229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" y="137160"/>
            <a:ext cx="502920" cy="5029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00D4FF"/>
                </a:solidFill>
                <a:latin typeface="Segoe UI Emoji" panose="020B0502040204020203"/>
              </a:defRPr>
            </a:pPr>
            <a:r>
              <a:t>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质量保障检查清单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Quality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666688"/>
                </a:solidFill>
                <a:latin typeface="仿宋" panose="02010609060101010101" charset="-122"/>
              </a:defRPr>
            </a:pPr>
            <a:r>
              <a:t>arch-quality SKILL 开发指南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开发完成检查 (6项)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1. 权重表指南与Skill一致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2. 评分算法方向一致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3. 规则数一致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4. GUIDE_VERSION == 指南版本号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5. SKILL_VERSION == Skill版本号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6. calc_xxx() 返回 (score, detail)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2344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defRPr sz="1500" b="1">
                <a:solidFill>
                  <a:srgbClr val="00D4FF"/>
                </a:solidFill>
                <a:latin typeface="仿宋" panose="02010609060101010101" charset="-122"/>
              </a:defRPr>
            </a:pPr>
            <a:r>
              <a:t>测试通过检查 (7项)</a:t>
            </a:r>
          </a:p>
          <a:p>
            <a:pPr>
              <a:spcBef>
                <a:spcPts val="300"/>
              </a:spcBef>
              <a:defRPr sz="300" b="0">
                <a:solidFill>
                  <a:srgbClr val="F0F0F0"/>
                </a:solidFill>
                <a:latin typeface="仿宋" panose="02010609060101010101" charset="-122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7. 单元测试通过率 100%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8. 每个维度 &gt;= 2 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9. 每条NVR &gt;= 1 测试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10. 变异测试通过率 100%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11. 外部回归测试通过率 100%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12. 三方一致性检查 PASS</a:t>
            </a:r>
          </a:p>
          <a:p>
            <a:pPr>
              <a:spcBef>
                <a:spcPts val="300"/>
              </a:spcBef>
              <a:defRPr sz="11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13. OpenCode智能体注册正确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560320"/>
            <a:ext cx="12188952" cy="1828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谢谢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仿宋" panose="02010609060101010101" charset="-122"/>
              </a:defRPr>
            </a:pPr>
            <a:r>
              <a:t>问题与讨论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仿宋" panose="02010609060101010101" charset="-122"/>
              </a:defRPr>
            </a:pPr>
            <a:r>
              <a:t>arch-quality  SKILL 开发指南 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12689</Words>
  <Application>WPS 演示</Application>
  <PresentationFormat>On-screen Show (4:3)</PresentationFormat>
  <Paragraphs>861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仿宋</vt:lpstr>
      <vt:lpstr>Segoe UI Emoji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Guo</cp:lastModifiedBy>
  <cp:revision>2</cp:revision>
  <dcterms:created xsi:type="dcterms:W3CDTF">2013-01-27T09:14:00Z</dcterms:created>
  <dcterms:modified xsi:type="dcterms:W3CDTF">2026-08-07T09:10:37Z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2052-10.8.2.6666</vt:lpwstr>
  </property>
</Properties>
</file>
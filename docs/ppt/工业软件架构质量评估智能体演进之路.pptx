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工业软件架构质量评估智能体</a:t>
            </a:r>
            <a:br/>
            <a:r>
              <a:t>演进之路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从标准评估到数值精度保障 · 四维增量叠加 · 100% 验证覆盖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arch-quality 团队  |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为什么要做架构质量评估？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模板膨胀不可见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编译时间暴涨、二进制体积失控时才被发现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多语言依赖混乱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C++/Fortran/Python 跨语言调用链无法追踪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数值精度风险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工业仿真结果无精度保障，工程决策有隐患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199"/>
            <a:ext cx="112471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架构债务累积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缺乏系统化度量工具，债务只增不减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整体演进路线图（时间轴）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698480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2633472"/>
            <a:ext cx="219456" cy="219456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DE"/>
                </a:solidFill>
                <a:latin typeface="Microsoft YaHei"/>
              </a:defRPr>
            </a:pPr>
            <a:r>
              <a:t>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标准架构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arch_metrics_standard.py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2026-05-10</a:t>
            </a:r>
          </a:p>
        </p:txBody>
      </p:sp>
      <p:sp>
        <p:nvSpPr>
          <p:cNvPr id="10" name="Oval 9"/>
          <p:cNvSpPr/>
          <p:nvPr/>
        </p:nvSpPr>
        <p:spPr>
          <a:xfrm>
            <a:off x="2772918" y="2633472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51126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2566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多语言依赖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2566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arch_metrics_multilang.py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2566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2026-05-25</a:t>
            </a:r>
          </a:p>
        </p:txBody>
      </p:sp>
      <p:sp>
        <p:nvSpPr>
          <p:cNvPr id="15" name="Oval 14"/>
          <p:cNvSpPr/>
          <p:nvPr/>
        </p:nvSpPr>
        <p:spPr>
          <a:xfrm>
            <a:off x="4924044" y="2633472"/>
            <a:ext cx="219456" cy="21945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2252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v3.0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692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模板元编程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3692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arch_metrics_template.py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3692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2026-06-12</a:t>
            </a:r>
          </a:p>
        </p:txBody>
      </p:sp>
      <p:sp>
        <p:nvSpPr>
          <p:cNvPr id="20" name="Oval 19"/>
          <p:cNvSpPr/>
          <p:nvPr/>
        </p:nvSpPr>
        <p:spPr>
          <a:xfrm>
            <a:off x="7075170" y="2633472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3378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v3.2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4818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MLR-022 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4818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正则+豁免体系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4818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2026-06-15</a:t>
            </a:r>
          </a:p>
        </p:txBody>
      </p:sp>
      <p:sp>
        <p:nvSpPr>
          <p:cNvPr id="25" name="Oval 24"/>
          <p:cNvSpPr/>
          <p:nvPr/>
        </p:nvSpPr>
        <p:spPr>
          <a:xfrm>
            <a:off x="9226296" y="2633472"/>
            <a:ext cx="219456" cy="219456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04504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DE"/>
                </a:solidFill>
                <a:latin typeface="Microsoft YaHei"/>
              </a:defRPr>
            </a:pPr>
            <a:r>
              <a:t>v4.0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output_level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5944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calibrate_thresholds()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2026-06-17</a:t>
            </a:r>
          </a:p>
        </p:txBody>
      </p:sp>
      <p:sp>
        <p:nvSpPr>
          <p:cNvPr id="30" name="Oval 29"/>
          <p:cNvSpPr/>
          <p:nvPr/>
        </p:nvSpPr>
        <p:spPr>
          <a:xfrm>
            <a:off x="11377422" y="2633472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5563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v4.1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7070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数值精度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47070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arch_metrics_numerical.py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47070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2026-06-22</a:t>
            </a:r>
          </a:p>
        </p:txBody>
      </p:sp>
      <p:sp>
        <p:nvSpPr>
          <p:cNvPr id="35" name="Oval 34"/>
          <p:cNvSpPr/>
          <p:nvPr/>
        </p:nvSpPr>
        <p:spPr>
          <a:xfrm>
            <a:off x="13528548" y="2633472"/>
            <a:ext cx="219456" cy="21945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06756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Microsoft YaHei"/>
              </a:defRPr>
            </a:pPr>
            <a:r>
              <a:t>v4.1+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98196" y="30175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知识库+Skill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98196" y="3566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86DE"/>
                </a:solidFill>
                <a:latin typeface="Microsoft YaHei"/>
              </a:defRPr>
            </a:pPr>
            <a:r>
              <a:t>4 SKILL + 12 卡片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98196" y="2194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Microsoft YaHei"/>
              </a:defRPr>
            </a:pPr>
            <a:r>
              <a:t>2026-06-25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各版本输出物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914400" y="475488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3200400"/>
                <a:gridCol w="2286000"/>
                <a:gridCol w="1371600"/>
                <a:gridCol w="1463040"/>
              </a:tblGrid>
              <a:tr h="228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指南文档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程序/模块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测试/验证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亮点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架构质量标准指南.md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arch_metrics_standard.py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ISO 25010+CK+SQALE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v2.0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05-25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多语言混合依赖评估指南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arch_metrics_multilang.py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 验证案例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跨语言依赖图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模板元编程评估指南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arch_metrics_template.py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维+12 MLR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06-15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指南修订版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正则修复+豁免体系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11 回归快照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递归模板检测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指南(4.0版)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calibrate_thresholds()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19 验证用例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severity/ol 解耦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v4.1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06-22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数值算法精度评估指南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arch_metrics_numerical.py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14 验证案例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维+12 NVR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v4.1+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06-25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Skill 编写指南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 SKILL + 12 卡片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知识沉淀管道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四维评估全景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  <a:gridCol w="320040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评估域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启用条件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核心指标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标准架构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所有项目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模块化/耦合/内聚/复杂度/可测试性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多语言混合依赖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混合语言项目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维度 · 12 规则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模板元编程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C++ 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维度 · 12 MLR · 3 豁免注解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数值算法精度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数值密集型项目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+10%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维度 · 12 NVR · MMS 验证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DE"/>
                </a:solidFill>
                <a:latin typeface="Microsoft YaHei"/>
              </a:defRPr>
            </a:pPr>
            <a:r>
              <a:t>增量叠加：非替代，按项目特征自动启用/禁用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228600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120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4846320"/>
            <a:ext cx="22860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+多语言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(混合语言)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20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846320"/>
            <a:ext cx="22860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(含 C++)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120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4846320"/>
            <a:ext cx="228600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4937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+数值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(数值密集型)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四大工程应用场景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CI 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提交时自动检测，防止架构退化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架构评审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量化评分替代主观判断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265176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技术债管理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追踪债务消长，数据驱动投入决策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188720"/>
            <a:ext cx="2651760" cy="3200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版本对比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重构前后定量对比改进效果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受众关注的工程意义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554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工业软件开发工程师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怎么用？结果可信吗？</a:t>
            </a:r>
            <a:br/>
            <a:r>
              <a:t>问题出在哪？怎么修？会不会有误报？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验证工程师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验证方法与覆盖是否可信？</a:t>
            </a:r>
            <a:br/>
            <a:r>
              <a:t>回归机制是否健全？退化检测灵敏度？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智能体开发者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架构怎么设计？模式可否复用？</a:t>
            </a:r>
            <a:br/>
            <a:r>
              <a:t>AI 在开发中扮演什么角色？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核心设计原则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1. 增量增强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标准 → 多语言 → 模板 → 数值，层层叠加，非替代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2. 权重自适应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按项目特征自动启用/停用（有 C++ 才加模板权重）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3. severity 与 ol（output_level）解耦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概念严重度与输出级别分离，豁免仅影响 output_level，不改变 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79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4. 豁免注解机制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合理例外无需改代码，加一行注释即可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5. 验证驱动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每条规则对应单元测试 + 回归快照 + 验证用例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智能体与人的分工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人类：提需求 → 审核 → 审批 → 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DE"/>
                </a:solidFill>
                <a:latin typeface="Microsoft YaHei"/>
              </a:defRPr>
            </a:pPr>
            <a:r>
              <a:t>智能体：代码考古 → 诊断 → 修复 → 验证 → 沉淀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737360" cy="16459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代码考古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定位性能瓶颈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560320"/>
            <a:ext cx="17373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根因诊断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分析堆栈/超时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560320"/>
            <a:ext cx="173736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方案设计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权衡复杂度/效果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79" y="2560320"/>
            <a:ext cx="1737360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19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编码执行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修改+测试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3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560320"/>
            <a:ext cx="1737360" cy="1645920"/>
          </a:xfrm>
          <a:prstGeom prst="rect">
            <a:avLst/>
          </a:prstGeom>
          <a:solidFill>
            <a:srgbClr val="A2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回归+快照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87000" y="2560320"/>
            <a:ext cx="17373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文档沉淀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3383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卡片+报告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"探针-诊断-修复-验证" 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560320" cy="2286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探针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rg/grep 搜索</a:t>
            </a:r>
            <a:br/>
            <a:r>
              <a:t>pytest 失败信息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188720"/>
            <a:ext cx="256032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代码阅读</a:t>
            </a:r>
            <a:br/>
            <a:r>
              <a:t>根因推理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256032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修复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Edit/Write 修改</a:t>
            </a:r>
            <a:br/>
            <a:r>
              <a:t>重构+测试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88720"/>
            <a:ext cx="256032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pytest 回归</a:t>
            </a:r>
            <a:br/>
            <a:r>
              <a:t>项目跑分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1051560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验证失败 → 回到修复阶段。根因已知，是修复方案需要调整，不是重新诊断。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案例：MLR-022 递归模板修复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诊断：正则 template&lt;...&gt; 无法匹配偏特化 fold_impl&lt;-1,...&gt;</a:t>
            </a:r>
            <a:br/>
            <a:r>
              <a:t>修复：去掉 template 前缀 + (?!\w) + 注释过滤 → Boost.MPL 99 处真阳性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SKILL 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数值算法精度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Microsoft YaHei"/>
              </a:defRPr>
            </a:pPr>
            <a:r>
              <a:t>numerical-accuracy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6 维 + 12 NVR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124712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模板元编程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Microsoft YaHei"/>
              </a:defRPr>
            </a:pPr>
            <a:r>
              <a:t>template-metaprogramming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6 维 + 12 MLR + 豁免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多语言依赖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Microsoft YaHei"/>
              </a:defRPr>
            </a:pPr>
            <a:r>
              <a:t>multilang-dependency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0233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6 维 + 12 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199"/>
            <a:ext cx="1124712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知识库管理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Microsoft YaHei"/>
              </a:defRPr>
            </a:pPr>
            <a:r>
              <a:t>knowledge-base-management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03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日报模板 + 提取脚本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86DE"/>
                </a:solidFill>
                <a:latin typeface="Microsoft YaHei"/>
              </a:defRPr>
            </a:pPr>
            <a:r>
              <a:t>职责分离 + 可组合 + 可发现 + 可注册</a:t>
            </a:r>
            <a:br/>
            <a:r>
              <a:t>opencode.json 中一行 skills.paths 即可注册全家桶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技术攻关：MLR-022 递归模板检测修复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Boost.MPL 递归模板漏报</a:t>
            </a:r>
            <a:br/>
            <a:br/>
            <a:r>
              <a:t>正则 template&lt;[^&gt;]*&gt; 无法匹配</a:t>
            </a:r>
            <a:br/>
            <a:r>
              <a:t>struct fold_impl&lt;-1,...&gt; : fold_impl&lt;...&gt;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去掉 template&lt;...&gt; 前缀</a:t>
            </a:r>
            <a:br/>
            <a:br/>
            <a:r>
              <a:t>关键洞察：自继承 class 必然在模板上下文中</a:t>
            </a:r>
            <a:br/>
            <a:r>
              <a:t>（非模板的自继承无法编译）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47120" cy="2011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效果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48056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修复前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修复后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Boost.MPL MLR-022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未触发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99 处真阳性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假阳性（注释误匹配）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 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 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技术攻关：MLR-014 假阳性三重过滤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deal.II 报出 3043 条冗余模板</a:t>
            </a:r>
            <a:br/>
            <a:r>
              <a:t>多数是假阳性</a:t>
            </a:r>
            <a:br/>
            <a:r>
              <a:t>typedef、函数参数中的 &lt;...&gt; 也被计入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三重过滤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493776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上下文过滤 — 排除 typedef/using/参数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参数类型过滤 — 排除 dim/spacedim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834639"/>
            <a:ext cx="49377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per-template extern — 有 extern 声明的跳过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效果（deal.II）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420624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828800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过滤项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减少数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上下文过滤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42,479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参数类型过滤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22,707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per-template extern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3043 → 1320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↓57%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技术攻关：性能优化（LLVM 178K 文件）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286000"/>
                <a:gridCol w="228600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优化前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优化后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FileIndex 扫描 (rglob → os.walk)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&gt;5min 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11.7s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25x+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Include 图 O(n²) → O(1) 哈希表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&gt;30min 超时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52s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35x+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_read_cached 统一缓存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多次重复读盘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缓存共享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消除 6 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has_template 预筛选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全部文件深搜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跳过非模板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节省 50%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惰性 lines 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全量读盘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按需计算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减少 I/O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6DE"/>
                </a:solidFill>
                <a:latin typeface="Microsoft YaHei"/>
              </a:defRPr>
            </a:pPr>
            <a:r>
              <a:t>效果：LLVM 从 &gt;30min → ~240s ｜ deal.II 从 &gt;30min → ~330s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三层测试金字塔 + 验证案例库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0" y="1188720"/>
            <a:ext cx="2377440" cy="5029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规范来源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18288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验证案例库</a:t>
            </a:r>
            <a:br/>
            <a:r>
              <a:t>(18+14 个用例)</a:t>
            </a:r>
            <a:br/>
            <a:br/>
            <a:r>
              <a:t>定义"应该测什么"</a:t>
            </a:r>
            <a:br/>
            <a:br/>
            <a:r>
              <a:t>阳性/阴性/豁免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7315200" cy="1280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手动验证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14 个项目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140~178K 文件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19" y="2743200"/>
            <a:ext cx="5852160" cy="12801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199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回归快照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199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11+2 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9260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5% 阈值检测退化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4297680"/>
            <a:ext cx="438912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36+17 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480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秒级反馈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86DE"/>
                </a:solidFill>
                <a:latin typeface="Microsoft YaHei"/>
              </a:defRPr>
            </a:pPr>
            <a:r>
              <a:t>修改代码 → 单元测试(秒级) → 回归快照(分钟级) → 手动验证(按需)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Command 与工具链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python -m arch_quality.arch_report &lt;路径&gt; --md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一键综合评估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python -m arch_quality.arch_metrics_template &lt;路径&gt;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仅模板评估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@architecture-quality 评估 &lt;路径&gt;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智能体调用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$env:ARCH_REGRESSION_UPDATE="1"; pytest tests/regression/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更新回归快照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工具链架构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用户 → opencode(CLI) → architecture-quality agent → [arch_report | metrics_*] → FileIndex + DepGraph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测试覆盖矩阵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594360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测试套件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覆盖内容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模板单元测试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MLR 规则、output_level、过滤逻辑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数值精度测试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 维评分、NVR 规则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回归快照（模板）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Eigen/MPL/OpenFOAM/BRL-CAD/...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回归快照（数值）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OpenFOAM、CalculiX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验证用例（模板）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阳性 9 + 阴性 5 + 豁免 4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验证用例（数值）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阳性 + 豁免 + 正例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100% 验证覆盖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验证覆盖率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68%→100%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演进轨迹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18+14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验证用例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真实项目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评估域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7000" y="1188720"/>
            <a:ext cx="173736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1234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Microsoft YaHei"/>
              </a:defRPr>
            </a:pPr>
            <a:r>
              <a:t>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验证覆盖率：68% → 89% → 100% ｜ 未验证项目：7 → 1 →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已验证项目一览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标准+多语言: OpenFOAM / BRL-CAD / FreeCAD / ElmerFEM / Gmsh / CalculiX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模板元编程: Eigen / Boost.MPL/GIL/Hana / Folly / Abseil / Range-v3 / deal.II / LLVM / MOOSE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数值算法:   OpenFOAM / CalculiX / MOOSE（SU2, code_aster 待补充）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关键决策复盘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200400"/>
                <a:gridCol w="3200400"/>
              </a:tblGrid>
              <a:tr h="838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替代方案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选择理由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MLR-022 正则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去掉 template&lt;...&gt; 前缀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加复杂嵌套匹配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自继承必然在模板中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MLR-014 过滤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三层递进过滤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引入语义分析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快速见效，语义放 Q3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FileIndex 扫描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os.walk + 惰性计数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缓存所有文件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避免大项目 OOM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Include 匹配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哈希表 O(1)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并行化 O(n²)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算法复杂度问题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知识库工具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Obsidian +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Confluence/Notion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纯本地，不锁定数据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未来演进（含未实现维度）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已实现（4/8 工业特有维度）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标准架构（通用）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多语言混合依赖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模板元编程评估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✓ 数值算法精度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规划中（4/8 工业特有维度）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□ HPC/异构计算一致性  (Q4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□ 几何拓扑一致性  (2027 H1)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□ 化石代码技术债  (2027 H2)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□ 外部科学库封装  (2027 H2)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参考标准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《工业软件与普通软件在架构质量评估上的相同部分与不同部分》</a:t>
            </a:r>
            <a:br/>
            <a:r>
              <a:t>§2.4 几何数据结构 ｜ §2.5 插件架构模式 ｜ §2.6 HPC 异构计算 ｜ §2.7 化石代码 ｜ §2.8 外部库封装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4 个评估域覆盖：标准 · 多语言 · 模板 · 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6 项关键技术攻关：从 &gt;30min 超时到秒级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验证覆盖 100%：18+14 个用例，68 个测试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14 个真实开源项目：140 文件到 178K 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智能体全闭环：考古 → 诊断 → 修复 → 验证 → 沉淀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1645920" cy="1188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评估域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5029200"/>
            <a:ext cx="1645920" cy="1188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验证项目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5029200"/>
            <a:ext cx="1645920" cy="1188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5029200"/>
            <a:ext cx="1645920" cy="1188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覆盖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5029200"/>
            <a:ext cx="1645920" cy="1188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5074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Microsoft YaHei"/>
              </a:defRPr>
            </a:pPr>
            <a:r>
              <a:t>4.36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5669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评审得分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编写逻辑总览（附页 1/3）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线索 1：广度递进（评估域）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标准 → +多语言 → +模板 → +数值 → +几何/HPC/...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线索 2：深度递进（技术攻关）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发现问题 → 根因诊断 → 方案设计 → 效果量化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线索 3：角色递进（智能体能力）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辅助分析 → 诊断 → 修复 → 验证 → 知识沉淀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受众对应关系（附页 2/3）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3657600"/>
              </a:tblGrid>
              <a:tr h="8001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受众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关注点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对应板块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怎么用？结果可信吗？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场景+Command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验证工程师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验证方法？覆盖充分？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测试与验证+SKILL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智能体开发者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架构设计？模式复用？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设计思想+决策复盘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各板块叙事角色（附页 3/3）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板块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解答的问题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推动者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背景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为什么要做？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问题驱动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对谁有用？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用户驱动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设计思想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怎么设计的？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架构驱动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技术攻关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具体怎么解决的？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困难驱动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凭什么相信？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数据驱动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决策复盘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有哪些 trade-off？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经验驱动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演进方向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下一步做什么？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愿景驱动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
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智能体驱动的开发实践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Microsoft YaHei"/>
              </a:defRPr>
            </a:pPr>
            <a:r>
              <a:t>模板元编程评估系统从 0 到 100% 验证覆盖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人机协同 × 迭代演进 × 知识沉淀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44"/>
                </a:solidFill>
                <a:latin typeface="Microsoft YaHei"/>
              </a:defRPr>
            </a:pPr>
            <a:r>
              <a:t>2026-06  |  arch-quality 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开发模式：人机协同四层架构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10058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业务层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25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用户提出需求、决策审批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诊断层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智能体分析代码库、定位问题根因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10515600" cy="10058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执行层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794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智能体生成代码、修改文件、运行测试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92040"/>
            <a:ext cx="10515600" cy="1005840"/>
          </a:xfrm>
          <a:prstGeom prst="rect">
            <a:avLst/>
          </a:prstGeom>
          <a:solidFill>
            <a:srgbClr val="A2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验证层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测试反馈 → 调整方案 → 知识沉淀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核心洞察：整个系统不是一次性设计出来的，而是在 200+ 轮对话中逐步演化的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智能体承担的核心角色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🔍  代码考古</a:t>
            </a:r>
            <a:br/>
            <a:r>
              <a:t>(20%)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阅读现有代码，理解问题根因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234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Microsoft YaHei"/>
              </a:defRPr>
            </a:pPr>
            <a:r>
              <a:t>→ 发现 rglob("*") 导致 178K 文件扫描超时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🩺  诊断定位</a:t>
            </a:r>
            <a:br/>
            <a:r>
              <a:t>(25%)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分析错误堆栈/测试失败/超时根因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Microsoft YaHei"/>
              </a:defRPr>
            </a:pPr>
            <a:r>
              <a:t>→ MLR-014 从 3043 条深挖到 regex 过度匹配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39"/>
            <a:ext cx="112471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7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✏️  方案设计</a:t>
            </a:r>
            <a:br/>
            <a:r>
              <a:t>(15%)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7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权衡方案复杂度与效果，做出决策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899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Microsoft YaHei"/>
              </a:defRPr>
            </a:pPr>
            <a:r>
              <a:t>→ O(n²)→O(1) 哈希表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⚙️  编码执行</a:t>
            </a:r>
            <a:br/>
            <a:r>
              <a:t>(25%)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480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修改源文件、重构、新增测试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526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Microsoft YaHei"/>
              </a:defRPr>
            </a:pPr>
            <a:r>
              <a:t>→ 24 个文件，4144 行新增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📋  文档/验证</a:t>
            </a:r>
            <a:br/>
            <a:r>
              <a:t>(15%)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577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测试验证、回归快照、知识卡片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623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Microsoft YaHei"/>
              </a:defRPr>
            </a:pPr>
            <a:r>
              <a:t>→ 18 用例 100%、12 张卡片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关键技术攻关中的智能体决策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LLVM 178K 文件扫描超时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2743200" cy="10972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&gt;5min → 11.7s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097280"/>
            <a:ext cx="3840480" cy="10972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os.walk + LANG_MAP 过滤 + 惰性计数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4114800" cy="10972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Include 图 O(n²) 性能瓶颈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468880"/>
            <a:ext cx="2743200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&gt;30min → 52s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840480" cy="10972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哈希表 norm_lookup + stem_lookup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4114800" cy="10972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MLR-014 假阳性 3043 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840480"/>
            <a:ext cx="2743200" cy="10972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3043 → 1320 (↓57%)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840480"/>
            <a:ext cx="3840480" cy="10972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决策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三层过滤：上下文 + 参数类型 + extern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12080"/>
            <a:ext cx="4114800" cy="10972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MLR-022 递归模板漏报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5212080"/>
            <a:ext cx="2743200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效果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未触发 → 99 处真阳性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5212080"/>
            <a:ext cx="3840480" cy="10972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5303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决策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669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去掉 template 前缀，改用 (?!\w)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"探针-诊断-修复-验证" 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560320" cy="228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探针 Probe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rg/grep 搜索、git diff</a:t>
            </a:r>
            <a:br/>
            <a:r>
              <a:t>pytest 失败信息、性能数据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2D4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188720"/>
            <a:ext cx="2560320" cy="2286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诊断 Diagnose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9202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代码阅读、cProfile/timeit</a:t>
            </a:r>
            <a:br/>
            <a:r>
              <a:t>根因推理、方案设计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2D4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2560320" cy="2286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修复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Edit/Write 工具修改代码</a:t>
            </a:r>
            <a:br/>
            <a:r>
              <a:t>重构、新增测试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2D4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188720"/>
            <a:ext cx="2560320" cy="2286000"/>
          </a:xfrm>
          <a:prstGeom prst="rect">
            <a:avLst/>
          </a:prstGeom>
          <a:solidFill>
            <a:srgbClr val="A2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验证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9202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pytest、回归快照</a:t>
            </a:r>
            <a:br/>
            <a:r>
              <a:t>真实项目跑分、性能对比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10698480" cy="256032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真实案例：MLR-022 递归模板漏报修复全过程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探针: 运行 pytest → MLR-022 测试未通过，Boost.MPL 未触发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诊断: 正则 template&lt;[^&gt;]*&gt; 无法匹配 fold_impl&lt;-1,...&gt; 偏特化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关键洞察: 自继承 class 必然在模板上下文中，无需前置匹配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修复: 将 template&lt;...&gt; 前缀去掉，改用 (?!\w) 确保完整类名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验证: Boost.MPL 99 处真阳性 + 零假阳性 + 回归测试通过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知识沉淀体系：从碎片到结构化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5603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对话记录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原始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2D4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188720"/>
            <a:ext cx="25603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每日总结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结构化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80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2D4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25603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知识卡片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可检索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280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2D4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188720"/>
            <a:ext cx="25603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评审 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可汇报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560320"/>
            <a:ext cx="1920240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 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每日工作日志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560320"/>
            <a:ext cx="1920240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12 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108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技术知识卡片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560320"/>
            <a:ext cx="1920240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 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108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自动提取脚本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199" y="2560320"/>
            <a:ext cx="1920240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9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14 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9" y="3108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评审 PPT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2560320"/>
            <a:ext cx="1920240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 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108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完整验证报告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931920"/>
            <a:ext cx="10698480" cy="24688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知识卡片示例（12 张）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Microsoft YaHei"/>
              </a:defRPr>
            </a:pPr>
            <a:r>
              <a:t>  MLR-014过滤优化.md       MLR-022正则修复.md       FileIndex性能优化.md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Microsoft YaHei"/>
              </a:defRPr>
            </a:pPr>
            <a:r>
              <a:t>  include图O1哈希匹配.md   Include图反向BFS.md       _read_cached统一缓存.md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Microsoft YaHei"/>
              </a:defRPr>
            </a:pPr>
            <a:r>
              <a:t>  output_level体系.md       per-template-extern过滤.md  豁免注解验证体系.md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Microsoft YaHei"/>
              </a:defRPr>
            </a:pPr>
            <a:r>
              <a:t>  基线校准统计方法.md       跨规则协调机制.md         性能优化O(n²)→O(n).md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人机协作中的关键决策时刻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097280"/>
            <a:ext cx="365760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MLR-022 正则修复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44"/>
                </a:solidFill>
                <a:latin typeface="Microsoft YaHei"/>
              </a:defRPr>
            </a:pPr>
            <a:r>
              <a:t>去掉 template&lt;...&gt; 前缀  自继承必然在模板上下文中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80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53035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Microsoft YaHei"/>
              </a:defRPr>
            </a:pPr>
            <a:r>
              <a:t>Boost.MPL 99处真阳性 + 0假阳性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1371600" cy="914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194560"/>
            <a:ext cx="365760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MLR-014 假阳性过滤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44"/>
                </a:solidFill>
                <a:latin typeface="Microsoft YaHei"/>
              </a:defRPr>
            </a:pPr>
            <a:r>
              <a:t>三层递进过滤  上下文 + 参数 + extern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194560"/>
            <a:ext cx="53035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377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Microsoft YaHei"/>
              </a:defRPr>
            </a:pPr>
            <a:r>
              <a:t>deal.II 3043→1320 (↓57%)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39"/>
            <a:ext cx="1371600" cy="9144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2899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6/17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3291839"/>
            <a:ext cx="365760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3383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FileIndex 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44"/>
                </a:solidFill>
                <a:latin typeface="Microsoft YaHei"/>
              </a:defRPr>
            </a:pPr>
            <a:r>
              <a:t>os.walk + 惰性计数  替代 rglob 遍历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47471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F4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291839"/>
            <a:ext cx="53035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47471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Microsoft YaHei"/>
              </a:defRPr>
            </a:pPr>
            <a:r>
              <a:t>&gt;5min → 11.7s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1371600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6/17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4389120"/>
            <a:ext cx="365760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Include 图 O(n²)→O(1)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44"/>
                </a:solidFill>
                <a:latin typeface="Microsoft YaHei"/>
              </a:defRPr>
            </a:pPr>
            <a:r>
              <a:t>哈希表直查  替代线性扫描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572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6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389120"/>
            <a:ext cx="53035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Microsoft YaHei"/>
              </a:defRPr>
            </a:pPr>
            <a:r>
              <a:t>&gt;30min → 52s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86400"/>
            <a:ext cx="1371600" cy="914400"/>
          </a:xfrm>
          <a:prstGeom prst="rect">
            <a:avLst/>
          </a:prstGeom>
          <a:solidFill>
            <a:srgbClr val="A2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6235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6/22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5486400"/>
            <a:ext cx="365760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知识库方案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989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44"/>
                </a:solidFill>
                <a:latin typeface="Microsoft YaHei"/>
              </a:defRPr>
            </a:pPr>
            <a:r>
              <a:t>Obsidian + Git  本地 Markdown 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669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29B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486400"/>
            <a:ext cx="5303520" cy="9144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5669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Microsoft YaHei"/>
              </a:defRPr>
            </a:pPr>
            <a:r>
              <a:t>12张卡片 + 自动提取脚本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项目管理视角的量化沉淀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总对话轮次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~200+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代码变更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659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24 文件, 4144 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修复 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4 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6 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单元测试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36 → 43 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验证覆盖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68% → 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874519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9659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回归快照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9659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11 个项目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51760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验证项目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14 个开源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429000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知识卡片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12 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206240"/>
            <a:ext cx="5029200" cy="64008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44"/>
                </a:solidFill>
                <a:latin typeface="Microsoft YaHei"/>
              </a:defRPr>
            </a:pPr>
            <a:r>
              <a:t>评审得分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4.36 / 5.0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03520"/>
            <a:ext cx="10789920" cy="10972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核心成果：从 68% 到 100% 验证覆盖，14 个真实开源项目全量验证通过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Microsoft YaHei"/>
              </a:defRPr>
            </a:pPr>
            <a:r>
              <a:t>LLVM(178K文件), deal.II(24K文件), MOOSE(6K文件), Eigen(700文件) 等全部通过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可复用的智能体开发模式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28600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探针-诊断-修复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3657600" cy="100584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性能问题/测试失败场景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188720"/>
            <a:ext cx="4572000" cy="100584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本次验证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LLVM 超时、MLR-014 假阳性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2286000" cy="10058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渐进式验证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468880"/>
            <a:ext cx="3657600" cy="100584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新功能/重构验证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468880"/>
            <a:ext cx="4572000" cy="100584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本次验证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Eigen→deal.II→LLVM 逐步放大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2286000" cy="10058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8619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知识沉淀管道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749039"/>
            <a:ext cx="3657600" cy="100584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840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2062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文档/知识管理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749039"/>
            <a:ext cx="4572000" cy="100584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840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本次验证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062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日志→卡片→PPT 自动提取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199"/>
            <a:ext cx="2286000" cy="1005840"/>
          </a:xfrm>
          <a:prstGeom prst="rect">
            <a:avLst/>
          </a:prstGeom>
          <a:solidFill>
            <a:srgbClr val="A2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6635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覆盖驱动开发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029199"/>
            <a:ext cx="3657600" cy="100584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5120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486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质量改进项目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5029199"/>
            <a:ext cx="4572000" cy="100584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51206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44"/>
                </a:solidFill>
                <a:latin typeface="Microsoft YaHei"/>
              </a:defRPr>
            </a:pPr>
            <a:r>
              <a:t>本次验证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48639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68%→89%→100% 分阶段提升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验证方法论：三层测试金字塔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0" y="1188720"/>
            <a:ext cx="2377440" cy="5029200"/>
          </a:xfrm>
          <a:prstGeom prst="rect">
            <a:avLst/>
          </a:prstGeom>
          <a:solidFill>
            <a:srgbClr val="3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规范来源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182880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验证案例库</a:t>
            </a:r>
            <a:br/>
            <a:r>
              <a:t>(18 个用例)</a:t>
            </a:r>
            <a:br/>
            <a:br/>
            <a:r>
              <a:t>定义"应该测什么"</a:t>
            </a:r>
            <a:br/>
            <a:br/>
            <a:r>
              <a:t>阳性/阴性/豁免</a:t>
            </a:r>
            <a:br/>
            <a:r>
              <a:t>三类场景</a:t>
            </a:r>
            <a:br/>
            <a:br/>
            <a:r>
              <a:t>覆盖 12 条</a:t>
            </a:r>
            <a:br/>
            <a:r>
              <a:t>MLR 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Microsoft YaHei"/>
              </a:defRPr>
            </a:pPr>
            <a:r>
              <a:t>→ 指导所有测试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88720"/>
            <a:ext cx="7315200" cy="1280160"/>
          </a:xfrm>
          <a:prstGeom prst="rect">
            <a:avLst/>
          </a:prstGeom>
          <a:solidFill>
            <a:srgbClr val="A2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手动验证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14 个开源项目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371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从 140 文件到 178K 文件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19" y="2743200"/>
            <a:ext cx="5852160" cy="12801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199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回归快照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199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11 个项目基线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9260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自动退化检测（5%阈值）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4297680"/>
            <a:ext cx="4389120" cy="128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单元测试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36 个 Python 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59" y="4480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output_level/豁免/过滤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44"/>
                </a:solidFill>
                <a:latin typeface="Microsoft YaHei"/>
              </a:defRPr>
            </a:pPr>
            <a:r>
              <a:t>修改代码 → 单元测试(秒级) → 回归快照(分钟级) → 手动验证(按需)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人机协同 200+ 轮对话完成系统开发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智能体承担 5 大核心角色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4 个典型案例验证探针-诊断-修复模式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三层测试金字塔确保可靠性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12 张知识卡片沉淀可复用经验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86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评审通过，加权得分 4.36 / 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44"/>
                </a:solidFill>
                <a:latin typeface="Microsoft YaHei"/>
              </a:defRPr>
            </a:pPr>
            <a:r>
              <a:t>智能体驱动的开发实践   |   v1.0   | 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